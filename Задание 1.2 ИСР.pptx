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3B566-31CD-4AAE-B580-B5E4D5B539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4FE513-212C-42B0-9EED-4C90B14EE1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EB5228-9441-44F1-85E2-3615CFE62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1DDD7-A73E-4E04-BAEE-923E586CCF60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54D466-73B8-4E78-A390-DD5BADBFF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E127B-893D-42F6-8DEE-7F0090ACE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CA0AE-C67E-4756-BDEA-C090638CFE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435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3E9E5-14A4-4457-BDB5-83567F050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489433-85F2-4017-8987-80E927288A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681AEE-ED65-4F14-92DC-3E0D3757C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1DDD7-A73E-4E04-BAEE-923E586CCF60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139BB4-CF00-4125-A415-ACFB8FA96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68A4A2-B74C-45F8-80FE-59EE67712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CA0AE-C67E-4756-BDEA-C090638CFE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0147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DFD9A-B850-4B31-B2A0-C5C8E7C7E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B4F7C1-ABBE-442A-8C96-0951EBE08D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A66A10-BD12-457D-935C-3368ED289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1DDD7-A73E-4E04-BAEE-923E586CCF60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350BA9-EEE6-43BC-AF5D-86295A498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1817F8-35FE-45AA-8B57-C74CF86F6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CA0AE-C67E-4756-BDEA-C090638CFE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6133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4085D-CAAC-4B31-A635-B33178B97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EDE74-E7A3-4898-8E60-9E60A633E8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BFA44E-86FD-45D8-A604-946D7551FF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095E24-3A54-4673-937C-B5E4C5862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1DDD7-A73E-4E04-BAEE-923E586CCF60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23D11A-B51E-4DFC-B03D-04175E278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E8E693-96DE-4398-B506-CA1C06593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CA0AE-C67E-4756-BDEA-C090638CFE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3772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3606D-A605-47DC-85C6-9EC03FC7D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F67432-1DBB-4D25-9CF9-CCA8BA933D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9F4947-BBDB-4B0C-9113-775F5FFDE9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2C0C13-3FCE-46CC-8CE7-DEB0F24314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CD407E-190B-4A45-A1CA-45A3170E93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4780D5-E4AA-4891-A6AA-F0872FC13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1DDD7-A73E-4E04-BAEE-923E586CCF60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6DBA8E-4554-4A2D-A7EC-6964E00DA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DE05B7-5A3D-4D06-8D0A-464C5A37F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CA0AE-C67E-4756-BDEA-C090638CFE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2114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1B3BA-FD3A-477E-B05C-0247A2109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90FD2B-6BB2-4595-AC91-9967F2620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1DDD7-A73E-4E04-BAEE-923E586CCF60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094CD4-BFC9-4CFA-ACEC-4C6AF6CDB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9973B0-97A0-4CBE-8689-D625DD07C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CA0AE-C67E-4756-BDEA-C090638CFE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2221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712DA8-DC0F-4B99-9977-ACAB54DBE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1DDD7-A73E-4E04-BAEE-923E586CCF60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6BF7A3-EC12-43B3-A027-8DCC581D2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693F45-E549-4E1C-9B7C-292816676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CA0AE-C67E-4756-BDEA-C090638CFE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660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788A7-B021-4534-876A-02EC92093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657A0-C710-478F-93E7-3907DA689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9DD139-796E-4DDF-B98F-C471DAEF76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FC9C89-EE8C-4EB6-B3D7-CE165B9FF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1DDD7-A73E-4E04-BAEE-923E586CCF60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62FD80-2BB1-4FB6-9A41-9988C0BDC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6C4367-F13C-418D-B6CC-1421DC1B0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CA0AE-C67E-4756-BDEA-C090638CFE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5948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0C2DD-4E14-40FA-9DF8-CDC0E202F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09CFA4-391E-4A08-96F0-829E605884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A5502B-2D3D-45DA-A13B-5B15D459A3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35C1C3-281F-41DB-BC15-BAA5DB5BA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1DDD7-A73E-4E04-BAEE-923E586CCF60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3D7E56-0483-49A7-B2C9-E58FFED5C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A05B74-DF7F-48A9-81D7-7C2570064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CA0AE-C67E-4756-BDEA-C090638CFE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8515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4C5E2-8E73-416C-B28C-7FCE27A8E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20E37F-7FC8-4E50-8229-79BC9B2BD6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76F8A2-A1D7-4BAA-9F32-2017C41A6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1DDD7-A73E-4E04-BAEE-923E586CCF60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93E90-F171-4EA0-A675-E22BFF309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2E6124-04F3-4648-B711-9F3A0E118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CA0AE-C67E-4756-BDEA-C090638CFE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6413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A2A970-C5EE-4349-8D37-1454777ADB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9B338A-1F4A-4326-B120-3DA7845FD7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F89BA7-4817-4056-B7BD-EC9BD6F7E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1DDD7-A73E-4E04-BAEE-923E586CCF60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6793A7-EDB4-4429-B823-1009B2C0E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DBE4BC-A266-448B-8536-4D0AD52AB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CA0AE-C67E-4756-BDEA-C090638CFE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9602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A6B930-5E4E-4EA9-950E-392F06B0F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6B229B-E88B-4784-9907-F5AD626F5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6111D0-B34A-4239-8CE3-A3DBAA0E4C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01DDD7-A73E-4E04-BAEE-923E586CCF60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DF6132-8F3A-41B9-8AFA-7BFDAFAEBF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6BBAE4-2299-4C2A-B18E-D1502032B8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5CA0AE-C67E-4756-BDEA-C090638CFE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4923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43F05-E223-4904-86B8-48007EB30A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7665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МОБИЛЬНОГО ПРИЛОЖЕНИЯ ДЛЯ МОНИТОРИНГА СОСТОЯНИЯ ОБОРУДОВАНИЯ И ПРОГРАММНОГО ОБЕСПЕЧЕНИЯ В ОРГАНИЗАЦИИ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1B2D4C-1E41-4A3A-AF4E-3B65403B18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63529" y="4521666"/>
            <a:ext cx="4770539" cy="1459684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Выполнил: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 4 курса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09.03.01 Информатика и вычислительная техника, Технологии разработки программного обеспечения </a:t>
            </a:r>
            <a:b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Жуйков Алексей Валерианович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Руководитель:</a:t>
            </a:r>
            <a:b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д. п. н., Готская Ирина Борисовна</a:t>
            </a:r>
          </a:p>
        </p:txBody>
      </p:sp>
    </p:spTree>
    <p:extLst>
      <p:ext uri="{BB962C8B-B14F-4D97-AF65-F5344CB8AC3E}">
        <p14:creationId xmlns:p14="http://schemas.microsoft.com/office/powerpoint/2010/main" val="4043431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6CB86-3489-4CFE-A9DD-00C130EB7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A64A5B2-6A76-4AC7-9964-7F265A76AB3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207951"/>
            <a:ext cx="8801456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организациях ежедневно возникают инциденты, связанные с оборудованием и программным обеспечением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Обработка заявок часто ведётся через разрозненные или неавтоматизированные каналы (почта, мессенджеры)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Это приводит к потере информации, задержкам в обработке и снижению эффективности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Требуется централизованная система подачи и обработки заявок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Мобильное приложение позволяет оперативно фиксировать и обрабатывать инциденты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14723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81374-1064-4706-8CC0-2A08DFAA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 разработки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2B77CB9-6190-4842-BF65-6A2BF9F580A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90688"/>
            <a:ext cx="8205132" cy="25822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 разработки: мобильное приложение для подачи и обработки заявок в организации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Объект: процесс взаимодействия сотрудников с ИТ-службой организации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Продукт: мобильное приложение </a:t>
            </a: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«FixIt Service»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Пользователи:</a:t>
            </a:r>
          </a:p>
          <a:p>
            <a:pPr lvl="1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сотрудники организации (создание заявок) </a:t>
            </a:r>
          </a:p>
          <a:p>
            <a:pPr lvl="1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системные администраторы / инженеры (обработка заявок)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Область применения: внутренние ИТ-службы организаций </a:t>
            </a:r>
          </a:p>
        </p:txBody>
      </p:sp>
    </p:spTree>
    <p:extLst>
      <p:ext uri="{BB962C8B-B14F-4D97-AF65-F5344CB8AC3E}">
        <p14:creationId xmlns:p14="http://schemas.microsoft.com/office/powerpoint/2010/main" val="3393393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D5810-E253-43CE-AF50-1257550D6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48533AF-A61F-482A-9B6C-D3073A71FD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967686"/>
            <a:ext cx="8116074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мобильного приложения </a:t>
            </a: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«FixIt Service»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для мониторинга состояния оборудования и программного обеспечения в организации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Обеспечение удобной подачи, просмотра и обработки заявок пользователями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Повышение скорости реагирования ИТ-специалистов на возникающие проблемы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Централизация процесса обработки инцидентов и обращений пользователей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2795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9368D-F4BB-4881-837D-E1723FD20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utoShape 6" descr="image">
            <a:extLst>
              <a:ext uri="{FF2B5EF4-FFF2-40B4-BE49-F238E27FC236}">
                <a16:creationId xmlns:a16="http://schemas.microsoft.com/office/drawing/2014/main" id="{8434729E-C52A-40C0-9DA6-A6AFB7842CD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535F67B-4468-46EC-A4E4-F10683F69A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690688"/>
            <a:ext cx="8117793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Проанализировать предметную область и существующие решения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 обработки заявок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Определить функциональные и технические требования к приложению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Спроектировать архитектуру мобильного приложения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регистрацию и разграничение пользователей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функционал создания и отправки заявок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взаимодействие с сервером и базой данных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тестирование и отладку приложения </a:t>
            </a:r>
          </a:p>
        </p:txBody>
      </p:sp>
    </p:spTree>
    <p:extLst>
      <p:ext uri="{BB962C8B-B14F-4D97-AF65-F5344CB8AC3E}">
        <p14:creationId xmlns:p14="http://schemas.microsoft.com/office/powerpoint/2010/main" val="940839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C85B7-20D8-4D3D-8DEC-DA8EF2998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Инструменты и технологии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9FF1D36-60BA-4085-BA84-AB2D87788A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690688"/>
            <a:ext cx="12510782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Платформа: Android 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Язык разработки: Kotlin 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Архитектура: клиент–сервер 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Backend: REST API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База данных: SQLite 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Формат обмена данными: JSON 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Среда разработки: Android Studio 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Контроль версий: Git 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Инструменты тестирования API: Postman </a:t>
            </a:r>
          </a:p>
        </p:txBody>
      </p:sp>
    </p:spTree>
    <p:extLst>
      <p:ext uri="{BB962C8B-B14F-4D97-AF65-F5344CB8AC3E}">
        <p14:creationId xmlns:p14="http://schemas.microsoft.com/office/powerpoint/2010/main" val="3900926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F5ABA-A6C6-42BD-BB7C-4F071FCCC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Демонстрация работы продукта</a:t>
            </a:r>
          </a:p>
        </p:txBody>
      </p:sp>
    </p:spTree>
    <p:extLst>
      <p:ext uri="{BB962C8B-B14F-4D97-AF65-F5344CB8AC3E}">
        <p14:creationId xmlns:p14="http://schemas.microsoft.com/office/powerpoint/2010/main" val="41802098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278</Words>
  <Application>Microsoft Office PowerPoint</Application>
  <PresentationFormat>Widescreen</PresentationFormat>
  <Paragraphs>45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РАЗРАБОТКА МОБИЛЬНОГО ПРИЛОЖЕНИЯ ДЛЯ МОНИТОРИНГА СОСТОЯНИЯ ОБОРУДОВАНИЯ И ПРОГРАММНОГО ОБЕСПЕЧЕНИЯ В ОРГАНИЗАЦИИ</vt:lpstr>
      <vt:lpstr>Актуальность</vt:lpstr>
      <vt:lpstr>Предмет разработки</vt:lpstr>
      <vt:lpstr>Цель</vt:lpstr>
      <vt:lpstr>Задачи</vt:lpstr>
      <vt:lpstr>Инструменты и технологии</vt:lpstr>
      <vt:lpstr>Демонстрация работы продукта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мобильного приложения для мониторинга состояния оборудования и программного обеспечения в организации</dc:title>
  <dc:creator>Алексей Жуйков</dc:creator>
  <cp:lastModifiedBy>Алексей Жуйков</cp:lastModifiedBy>
  <cp:revision>6</cp:revision>
  <dcterms:created xsi:type="dcterms:W3CDTF">2026-05-05T06:48:35Z</dcterms:created>
  <dcterms:modified xsi:type="dcterms:W3CDTF">2026-05-26T09:09:12Z</dcterms:modified>
</cp:coreProperties>
</file>